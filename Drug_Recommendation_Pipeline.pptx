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Drug Recommendation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Overall Architecture Overview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566160"/>
            <a:ext cx="27432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Recall + Cross-Encoder Reranking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0D2B4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27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21214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symptom_text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disease/symptom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89888" y="2075688"/>
            <a:ext cx="146304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1554480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1627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54480" y="21214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PubMedBERT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embedding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cosine similarity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624328" y="2075688"/>
            <a:ext cx="146304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8920" y="1554480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00A89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88920" y="1627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88920" y="21214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disease/symptom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overlap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858768" y="2075688"/>
            <a:ext cx="146304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4023360" y="1554480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02C39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23360" y="1627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0" y="21214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× label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combination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93208" y="2075688"/>
            <a:ext cx="146304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5257800" y="1554480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0D2B4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57800" y="1627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CROSS-ENCODER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RERANKING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57800" y="21214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ms-marco-MiniLM-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L-6-v2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327648" y="2075688"/>
            <a:ext cx="146304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1554480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1627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ADJUST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21214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rating×0.55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reviews×0.30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price×0.15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562088" y="2075688"/>
            <a:ext cx="146304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7726680" y="1554480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00A89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26680" y="16276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26680" y="212140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ranked drug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Ablations (gray dotted):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5820" y="3383280"/>
            <a:ext cx="893826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45820" y="3410712"/>
            <a:ext cx="893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Recall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5820" y="3639312"/>
            <a:ext cx="893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matching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080260" y="3383280"/>
            <a:ext cx="893826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2080260" y="3410712"/>
            <a:ext cx="893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 Expansion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080260" y="3639312"/>
            <a:ext cx="893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generic/class expansion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314700" y="3383280"/>
            <a:ext cx="893826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3314700" y="3410712"/>
            <a:ext cx="893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Learned Ranker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14700" y="3639312"/>
            <a:ext cx="893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LogReg / XGBoost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INPUT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symptom_text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raw patient description string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disease_items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list of {name, confidence} from DistilBERT classifier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
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symptom_items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list of {name, confidence} from DistilBERT symptom head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0D2B4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DistilBERT Multi-Task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heads: disease classification (42 classes)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symptom classification + first-aid triage (binary)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97180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108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symptom_text: "fever, headache, cough"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disease: [{name: "common_cold", conf: 0.92}]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symptom: [{name: "fever", conf: 0.88}, ...]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SEMANTIC RECALL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PubMedBERT encodes query
    symptom_text + disease + symptoms
</a:t>
            </a:r>
            <a:pPr indent="0" marL="0">
              <a:buNone/>
            </a:pPr>
            <a:r>
              <a:rPr lang="en-US" sz="12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Cosine similarity against
    all drug embeddings (768-dim)
</a:t>
            </a:r>
            <a:pPr indent="0" marL="0">
              <a:buNone/>
            </a:pPr>
            <a:r>
              <a:rPr lang="en-US" sz="12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Top-K rows selected per recall path
</a:t>
            </a:r>
            <a:pPr indent="0" marL="0">
              <a:buNone/>
            </a:pPr>
            <a:r>
              <a:rPr lang="en-US" sz="12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Faiss FlatIP index for fast lookup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0D2B4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Details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microsoft/BiomedNLP-PubMedBERT-base
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 dim: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768
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drug_name + symptom_tags
    + disease_description
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Faiss FlatIP (cosine sim)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score(i) = cosine(query_embedding, drug_embedding_i)    recall_top_k = 300 (configurable)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LABEL RECALL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0D2B4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Match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each disease label: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score += confidence × IDF(disease)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Rows with matching disease_key_list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 accumulated weighted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 Match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each symptom label: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score += confidence × IDF(symptom)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Rows with matching symptom_list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 accumulated weighted score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06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Strict Mode: rows matching BOTH disease AND symptom get bonus: score_disease + score_symptom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IDF (Inverse Document Frequency): rare labels weighted higher — reduces common-term bias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WEIGHTED FUSION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Recall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Top-K List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0A89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0175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 Recall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Top-K List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22860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0" y="1188720"/>
            <a:ext cx="2286000" cy="2926080"/>
          </a:xfrm>
          <a:prstGeom prst="roundRect">
            <a:avLst>
              <a:gd name="adj" fmla="val 3200"/>
            </a:avLst>
          </a:prstGeom>
          <a:solidFill>
            <a:srgbClr val="0D2B4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1325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19659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recall_weight
_semantic
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semantic_score
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
</a:t>
            </a:r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recall_weight
_label
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label_score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54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Default: 0.5 / 0.5 (balanced)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377440"/>
            <a:ext cx="822960" cy="45720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30175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3154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fused_top_k = 300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(ranked fused list)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CROSS-ENCODER RERANKING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0D2B4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Model: cross-encoder/ms-marco-MiniLM-L-6-v2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Cross-encoder jointly encodes [query, candidate_text] → relevance score. N=300 candidates reranked per query.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 query with each candidate drug description
</a:t>
            </a:r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Cross-encoder outputs relevance [0-1]
</a:t>
            </a:r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 all candidates by cross-encoder score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24028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vs. Bi-Encoder (Semantic Recall)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7889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Bi-Encoder: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 query + doc separately → cosine similarity (fast, one pass)
</a:t>
            </a:r>
            <a:pPr indent="0" marL="0">
              <a:buNone/>
            </a:pPr>
            <a:r>
              <a:rPr lang="en-US" sz="11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Cross-Encoder: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jointly encode [query, doc] → richer interaction, slower but more accurate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BUSINESS SCORE ADJUSTMENT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868680"/>
            <a:ext cx="6400800" cy="1280160"/>
          </a:xfrm>
          <a:prstGeom prst="roundRect">
            <a:avLst>
              <a:gd name="adj" fmla="val 7143"/>
            </a:avLst>
          </a:prstGeom>
          <a:solidFill>
            <a:srgbClr val="0D2B4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0058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business_score = rating × 0.55 + log(reviews) × 0.30 + price × 0.15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508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final_score = 0.7 × cross_encoder_score + 0.3 × business_score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0D2B4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5059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0.55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Average user rating (1-5 scale)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3317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02809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245059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788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0.30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32004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log(1 + review_count)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scale to dampen outliers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00A89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45059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7889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 0.15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32004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Normalized price factor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lower price → higher 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Note: business adjustment applied after cross-encoder reranking to incorporate commercial relevance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OUTPUT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Ranked Drug Recommendations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8132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 drug_name                score    rating  reviews   price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7863840" cy="21945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7452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Ibuprofen                  0.924    4.6     12,430    $8.99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093976"/>
            <a:ext cx="78638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93976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  Acetaminophen              0.891    4.5      9,102    $6.49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313432"/>
            <a:ext cx="7863840" cy="21945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13432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   Naproxen Sodium            0.867    4.3      5,221   $10.29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532888"/>
            <a:ext cx="786384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3288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   Aspirin                    0.812    4.2     18,904    $5.99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752344"/>
            <a:ext cx="7863840" cy="21945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52344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  Dextromethorphan HBr      0.754    4.1      3,441    $7.49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0D2B4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735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Returned Fields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5935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drug_name · avg_rating · total_reviews · price · score_breakdown · matched_diseases · matched_symptoms · evidence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ABLATION MODES (gray dotted path)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94360" y="9326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Recall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Full-text BM25Okapi scoring over drug names/descriptions. Complements dense semantic recall for exact term matches.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bm25 only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937760" y="9326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 Expansion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seed rows via generic drugs (weight 0.85), drug class (0.55), related drugs (0.75), and quality prior.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prior stage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94360" y="28529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Learned Ranker (LogReg)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 on verified-data features: label_idf + symptom_coverage + quality_prior + stage_hits.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41148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verified_learned_rerank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4160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937760" y="28529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Learned Ranker (XGBoost)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2461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Gradient-boosted ranking on same features as LogReg, typically better on recall tasks.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41148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verified_xgb_ranker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7315200" cy="40233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1556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         Method          Key Params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527048"/>
            <a:ext cx="7315200" cy="40233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4533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Input          DistilBERT multi-task          42 disease classes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956816"/>
            <a:ext cx="7315200" cy="402336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9751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Semantic Recall          PubMedBERT + Faiss FlatIP          768-dim, top_k=300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386584"/>
            <a:ext cx="7315200" cy="40233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0487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Label Recall          Disease/Symptom IDF scoring          strict intersection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816352"/>
            <a:ext cx="7315200" cy="402336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34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Weighted Fusion          semantic × 0.5 + label × 0.5          fused_top_k=300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246120"/>
            <a:ext cx="7315200" cy="40233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26440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Cross-Encoder          MiniLM-L-6-v2          N=300 candidates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675888"/>
            <a:ext cx="7315200" cy="402336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9417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Business Adj.          rating×0.55 + log(rev)×0.30 + price×0.15          final_mix=0.7/0.3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4105656"/>
            <a:ext cx="7315200" cy="40233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1239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Output          Sorted by final_score          top_k=20 default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ARIN7102 Group Project — Drug Recommendation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Recommendation Pipeline</dc:title>
  <dc:subject>Overall Pipeline Architecture</dc:subject>
  <dc:creator>yaoja123</dc:creator>
  <cp:lastModifiedBy>yaoja123</cp:lastModifiedBy>
  <cp:revision>1</cp:revision>
  <dcterms:created xsi:type="dcterms:W3CDTF">2026-04-26T14:05:23Z</dcterms:created>
  <dcterms:modified xsi:type="dcterms:W3CDTF">2026-04-26T14:05:23Z</dcterms:modified>
</cp:coreProperties>
</file>